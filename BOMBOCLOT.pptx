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40000" y="144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40000" y="2610000"/>
            <a:ext cx="9000000" cy="21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spcAft>
                <a:spcPts val="1057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spcAft>
                <a:spcPts val="845"/>
              </a:spcAft>
              <a:buClr>
                <a:srgbClr val="FFFFFF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spcAft>
                <a:spcPts val="632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spcAft>
                <a:spcPts val="425"/>
              </a:spcAft>
              <a:buClr>
                <a:srgbClr val="FFFFFF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Aft>
                <a:spcPts val="105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Aft>
                <a:spcPts val="84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Aft>
                <a:spcPts val="63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Aft>
                <a:spcPts val="42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18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420000" y="5130000"/>
            <a:ext cx="32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756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261C5FD9-EE26-4BE9-BC59-B1BB19D9C9C3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1440000" y="108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7380000" y="396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9000000" y="2700000"/>
            <a:ext cx="1260000" cy="108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-180000" y="2430000"/>
            <a:ext cx="1440000" cy="135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540000" y="1080000"/>
            <a:ext cx="720000" cy="72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0" y="126000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0" y="5220000"/>
            <a:ext cx="1620000" cy="126000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9720000" y="4680000"/>
            <a:ext cx="720000" cy="72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9540000" y="342000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8100000" y="4680000"/>
            <a:ext cx="1080000" cy="8424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7920000" y="5400000"/>
            <a:ext cx="900000" cy="90000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40000" y="144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40000" y="2610000"/>
            <a:ext cx="9000000" cy="21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spcAft>
                <a:spcPts val="1057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spcAft>
                <a:spcPts val="845"/>
              </a:spcAft>
              <a:buClr>
                <a:srgbClr val="FFFFFF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spcAft>
                <a:spcPts val="632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spcAft>
                <a:spcPts val="425"/>
              </a:spcAft>
              <a:buClr>
                <a:srgbClr val="FFFFFF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Aft>
                <a:spcPts val="105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Aft>
                <a:spcPts val="84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Aft>
                <a:spcPts val="63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Aft>
                <a:spcPts val="42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4"/>
          </p:nvPr>
        </p:nvSpPr>
        <p:spPr>
          <a:xfrm>
            <a:off x="18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5"/>
          </p:nvPr>
        </p:nvSpPr>
        <p:spPr>
          <a:xfrm>
            <a:off x="3420000" y="5130000"/>
            <a:ext cx="32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6"/>
          </p:nvPr>
        </p:nvSpPr>
        <p:spPr>
          <a:xfrm>
            <a:off x="756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197DA728-0C86-4E66-A2A5-5CE6FFCEB377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1440000" y="108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7380000" y="396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9000000" y="2700000"/>
            <a:ext cx="1260000" cy="108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-180000" y="2430000"/>
            <a:ext cx="1440000" cy="135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540000" y="1080000"/>
            <a:ext cx="720000" cy="72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0" y="126000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0" y="5220000"/>
            <a:ext cx="1620000" cy="126000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9720000" y="4680000"/>
            <a:ext cx="720000" cy="72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9540000" y="342000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8100000" y="4680000"/>
            <a:ext cx="1080000" cy="8424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7920000" y="5400000"/>
            <a:ext cx="900000" cy="90000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Light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 flipH="1">
            <a:off x="0" y="0"/>
            <a:ext cx="10080000" cy="5670000"/>
          </a:xfrm>
          <a:prstGeom prst="rect">
            <a:avLst/>
          </a:prstGeom>
          <a:gradFill rotWithShape="0">
            <a:gsLst>
              <a:gs pos="0">
                <a:srgbClr val="FFFFFF">
                  <a:alpha val="90196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1440000" y="108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7380000" y="396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9000000" y="2700000"/>
            <a:ext cx="1260000" cy="108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-180000" y="2430000"/>
            <a:ext cx="1440000" cy="135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540000" y="1080000"/>
            <a:ext cx="720000" cy="72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0" y="126000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0" y="5220000"/>
            <a:ext cx="1620000" cy="126000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9720000" y="4680000"/>
            <a:ext cx="720000" cy="72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9540000" y="342036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8100000" y="4680000"/>
            <a:ext cx="1080000" cy="8424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7920000" y="5400000"/>
            <a:ext cx="900000" cy="90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Aft>
                <a:spcPts val="632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Aft>
                <a:spcPts val="63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7"/>
          </p:nvPr>
        </p:nvSpPr>
        <p:spPr>
          <a:xfrm>
            <a:off x="18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8"/>
          </p:nvPr>
        </p:nvSpPr>
        <p:spPr>
          <a:xfrm>
            <a:off x="3420000" y="5130000"/>
            <a:ext cx="32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9"/>
          </p:nvPr>
        </p:nvSpPr>
        <p:spPr>
          <a:xfrm>
            <a:off x="756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F2B371DC-C64C-4884-8F5E-4D946C859769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Ligh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 flipH="1">
            <a:off x="0" y="0"/>
            <a:ext cx="10080000" cy="5670000"/>
          </a:xfrm>
          <a:prstGeom prst="rect">
            <a:avLst/>
          </a:prstGeom>
          <a:gradFill rotWithShape="0">
            <a:gsLst>
              <a:gs pos="0">
                <a:srgbClr val="FFFFFF">
                  <a:alpha val="90196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0" y="1260000"/>
            <a:ext cx="10080000" cy="441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1440000" y="108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540000" y="1080000"/>
            <a:ext cx="720000" cy="72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Aft>
                <a:spcPts val="635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Aft>
                <a:spcPts val="63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10"/>
          </p:nvPr>
        </p:nvSpPr>
        <p:spPr>
          <a:xfrm>
            <a:off x="18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11"/>
          </p:nvPr>
        </p:nvSpPr>
        <p:spPr>
          <a:xfrm>
            <a:off x="3420000" y="5130000"/>
            <a:ext cx="32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12"/>
          </p:nvPr>
        </p:nvSpPr>
        <p:spPr>
          <a:xfrm>
            <a:off x="756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9EC7A91F-E8C6-4169-8B84-6D426F80F2B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1_Light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 flipH="1">
            <a:off x="0" y="0"/>
            <a:ext cx="10080000" cy="5670000"/>
          </a:xfrm>
          <a:prstGeom prst="rect">
            <a:avLst/>
          </a:prstGeom>
          <a:gradFill rotWithShape="0">
            <a:gsLst>
              <a:gs pos="0">
                <a:srgbClr val="FFFFFF">
                  <a:alpha val="90196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1440000" y="108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7380000" y="396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9000000" y="2700000"/>
            <a:ext cx="1260000" cy="108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-180000" y="2430000"/>
            <a:ext cx="1440000" cy="135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540000" y="1080000"/>
            <a:ext cx="720000" cy="72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0" y="126000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0" y="5220000"/>
            <a:ext cx="1620000" cy="126000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9720000" y="4680000"/>
            <a:ext cx="720000" cy="72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9540000" y="342036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8100000" y="4680000"/>
            <a:ext cx="1080000" cy="8424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7920000" y="5400000"/>
            <a:ext cx="900000" cy="90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Aft>
                <a:spcPts val="632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Aft>
                <a:spcPts val="63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dt" idx="13"/>
          </p:nvPr>
        </p:nvSpPr>
        <p:spPr>
          <a:xfrm>
            <a:off x="18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ftr" idx="14"/>
          </p:nvPr>
        </p:nvSpPr>
        <p:spPr>
          <a:xfrm>
            <a:off x="3420000" y="5130000"/>
            <a:ext cx="32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sldNum" idx="15"/>
          </p:nvPr>
        </p:nvSpPr>
        <p:spPr>
          <a:xfrm>
            <a:off x="756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6EE503C3-52FD-47D4-8AC8-EAEDDBF01E00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1_Light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 flipH="1">
            <a:off x="0" y="0"/>
            <a:ext cx="10080000" cy="5670000"/>
          </a:xfrm>
          <a:prstGeom prst="rect">
            <a:avLst/>
          </a:prstGeom>
          <a:gradFill rotWithShape="0">
            <a:gsLst>
              <a:gs pos="0">
                <a:srgbClr val="FFFFFF">
                  <a:alpha val="90196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1440000" y="108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7380000" y="396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9000000" y="2700000"/>
            <a:ext cx="1260000" cy="108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-180000" y="2430000"/>
            <a:ext cx="1440000" cy="135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540000" y="1080000"/>
            <a:ext cx="720000" cy="72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0" y="126000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0" y="5220000"/>
            <a:ext cx="1620000" cy="126000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9720000" y="4680000"/>
            <a:ext cx="720000" cy="72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9540000" y="342036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8100000" y="4680000"/>
            <a:ext cx="1080000" cy="8424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7920000" y="5400000"/>
            <a:ext cx="900000" cy="90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Aft>
                <a:spcPts val="632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Aft>
                <a:spcPts val="63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dt" idx="16"/>
          </p:nvPr>
        </p:nvSpPr>
        <p:spPr>
          <a:xfrm>
            <a:off x="18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ftr" idx="17"/>
          </p:nvPr>
        </p:nvSpPr>
        <p:spPr>
          <a:xfrm>
            <a:off x="3420000" y="5130000"/>
            <a:ext cx="32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sldNum" idx="18"/>
          </p:nvPr>
        </p:nvSpPr>
        <p:spPr>
          <a:xfrm>
            <a:off x="756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F36F768A-6E94-47B3-ABBB-B4B56D1BBC12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1_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40000" y="144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540000" y="2610000"/>
            <a:ext cx="9000000" cy="21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spcAft>
                <a:spcPts val="1057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spcAft>
                <a:spcPts val="845"/>
              </a:spcAft>
              <a:buClr>
                <a:srgbClr val="FFFFFF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spcAft>
                <a:spcPts val="632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spcAft>
                <a:spcPts val="425"/>
              </a:spcAft>
              <a:buClr>
                <a:srgbClr val="FFFFFF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Aft>
                <a:spcPts val="105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Aft>
                <a:spcPts val="84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Aft>
                <a:spcPts val="63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Aft>
                <a:spcPts val="42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dt" idx="22"/>
          </p:nvPr>
        </p:nvSpPr>
        <p:spPr>
          <a:xfrm>
            <a:off x="18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ftr" idx="23"/>
          </p:nvPr>
        </p:nvSpPr>
        <p:spPr>
          <a:xfrm>
            <a:off x="3420000" y="5130000"/>
            <a:ext cx="32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sldNum" idx="24"/>
          </p:nvPr>
        </p:nvSpPr>
        <p:spPr>
          <a:xfrm>
            <a:off x="756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4BD5898A-E667-4047-8350-407FEC0245FF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1440000" y="108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7380000" y="396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9000000" y="2700000"/>
            <a:ext cx="1260000" cy="108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-180000" y="2430000"/>
            <a:ext cx="1440000" cy="135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540000" y="1080000"/>
            <a:ext cx="720000" cy="72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0" y="126000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0" y="5220000"/>
            <a:ext cx="1620000" cy="126000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9720000" y="4680000"/>
            <a:ext cx="720000" cy="72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9540000" y="342000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8100000" y="4680000"/>
            <a:ext cx="1080000" cy="8424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7920000" y="5400000"/>
            <a:ext cx="900000" cy="90000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40000" y="144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540000" y="2610000"/>
            <a:ext cx="9000000" cy="21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spcAft>
                <a:spcPts val="1057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spcAft>
                <a:spcPts val="845"/>
              </a:spcAft>
              <a:buClr>
                <a:srgbClr val="FFFFFF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spcAft>
                <a:spcPts val="632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spcAft>
                <a:spcPts val="425"/>
              </a:spcAft>
              <a:buClr>
                <a:srgbClr val="FFFFFF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Aft>
                <a:spcPts val="105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Aft>
                <a:spcPts val="84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Aft>
                <a:spcPts val="63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Aft>
                <a:spcPts val="42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dt" idx="19"/>
          </p:nvPr>
        </p:nvSpPr>
        <p:spPr>
          <a:xfrm>
            <a:off x="18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ftr" idx="20"/>
          </p:nvPr>
        </p:nvSpPr>
        <p:spPr>
          <a:xfrm>
            <a:off x="3420000" y="5130000"/>
            <a:ext cx="32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sldNum" idx="21"/>
          </p:nvPr>
        </p:nvSpPr>
        <p:spPr>
          <a:xfrm>
            <a:off x="756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135156D0-956D-4029-BED1-A608E5287C2C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1440000" y="108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7380000" y="396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9000000" y="2700000"/>
            <a:ext cx="1260000" cy="108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-180000" y="2430000"/>
            <a:ext cx="1440000" cy="135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540000" y="1080000"/>
            <a:ext cx="720000" cy="72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0" y="126000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0" y="5220000"/>
            <a:ext cx="1620000" cy="126000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9720000" y="4680000"/>
            <a:ext cx="720000" cy="72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9540000" y="342000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8100000" y="4680000"/>
            <a:ext cx="1080000" cy="8424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7920000" y="5400000"/>
            <a:ext cx="900000" cy="90000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04000" y="225360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p>
            <a:pPr indent="0" algn="ctr">
              <a:buNone/>
            </a:pPr>
            <a:r>
              <a:rPr lang="en-US" sz="4200" b="0" u="none" strike="noStrike">
                <a:solidFill>
                  <a:srgbClr val="FFFFFF"/>
                </a:solidFill>
                <a:effectLst/>
                <a:uFillTx/>
                <a:latin typeface="Inter ExtraBold"/>
              </a:rPr>
              <a:t>BOMBOCLOT PACKING SYSTEM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Inter ExtraBold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ubTitle"/>
          </p:nvPr>
        </p:nvSpPr>
        <p:spPr>
          <a:xfrm>
            <a:off x="504000" y="3636000"/>
            <a:ext cx="9071640" cy="202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1800" b="0" u="none" strike="noStrike">
                <a:solidFill>
                  <a:srgbClr val="CCCCCC"/>
                </a:solidFill>
                <a:effectLst/>
                <a:uFillTx/>
                <a:latin typeface="FiraCode Nerd Font Mono Med"/>
              </a:rPr>
              <a:t>David Sánchez Zugarramurdi</a:t>
            </a:r>
            <a:endParaRPr lang="en-US" sz="1800" b="0" u="none" strike="noStrike">
              <a:solidFill>
                <a:srgbClr val="CCCCCC"/>
              </a:solidFill>
              <a:effectLst/>
              <a:uFillTx/>
              <a:latin typeface="FiraCode Nerd Font Mono Med"/>
            </a:endParaRPr>
          </a:p>
          <a:p>
            <a:pPr indent="0" algn="ctr">
              <a:buNone/>
            </a:pPr>
            <a:r>
              <a:rPr lang="en-US" sz="1800" b="0" u="none" strike="noStrike">
                <a:solidFill>
                  <a:srgbClr val="CCCCCC"/>
                </a:solidFill>
                <a:effectLst/>
                <a:uFillTx/>
                <a:latin typeface="FiraCode Nerd Font Mono Med"/>
              </a:rPr>
              <a:t>Nicolás Pérez Fernández</a:t>
            </a:r>
            <a:endParaRPr lang="en-US" sz="1800" b="0" u="none" strike="noStrike">
              <a:solidFill>
                <a:srgbClr val="CCCCCC"/>
              </a:solidFill>
              <a:effectLst/>
              <a:uFillTx/>
              <a:latin typeface="FiraCode Nerd Font Mono Med"/>
            </a:endParaRPr>
          </a:p>
          <a:p>
            <a:pPr indent="0" algn="ctr">
              <a:buNone/>
            </a:pPr>
            <a:r>
              <a:rPr lang="en-US" sz="1800" b="0" u="none" strike="noStrike">
                <a:solidFill>
                  <a:srgbClr val="CCCCCC"/>
                </a:solidFill>
                <a:effectLst/>
                <a:uFillTx/>
                <a:latin typeface="FiraCode Nerd Font Mono Med"/>
              </a:rPr>
              <a:t>Roger Rovira Muñoz</a:t>
            </a:r>
            <a:endParaRPr lang="en-US" sz="1800" b="0" u="none" strike="noStrike">
              <a:solidFill>
                <a:srgbClr val="CCCCCC"/>
              </a:solidFill>
              <a:effectLst/>
              <a:uFillTx/>
              <a:latin typeface="FiraCode Nerd Font Mono Med"/>
            </a:endParaRPr>
          </a:p>
          <a:p>
            <a:pPr indent="0" algn="ctr">
              <a:buNone/>
            </a:pPr>
            <a:r>
              <a:rPr lang="en-US" sz="1800" b="0" u="none" strike="noStrike">
                <a:solidFill>
                  <a:srgbClr val="CCCCCC"/>
                </a:solidFill>
                <a:effectLst/>
                <a:uFillTx/>
                <a:latin typeface="FiraCode Nerd Font Mono Med"/>
              </a:rPr>
              <a:t>Mario García Nieto </a:t>
            </a:r>
            <a:endParaRPr lang="en-US" sz="1800" b="0" u="none" strike="noStrike">
              <a:solidFill>
                <a:srgbClr val="CCCCCC"/>
              </a:solidFill>
              <a:effectLst/>
              <a:uFillTx/>
              <a:latin typeface="FiraCode Nerd Font Mono Me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"/>
          <p:cNvPicPr/>
          <p:nvPr/>
        </p:nvPicPr>
        <p:blipFill>
          <a:blip r:embed="rId1">
            <a:alphaModFix amt="70000"/>
          </a:blip>
          <a:stretch/>
        </p:blipFill>
        <p:spPr>
          <a:xfrm>
            <a:off x="685800" y="1028160"/>
            <a:ext cx="3638160" cy="360972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100" name=""/>
          <p:cNvPicPr/>
          <p:nvPr/>
        </p:nvPicPr>
        <p:blipFill>
          <a:blip r:embed="rId2">
            <a:alphaModFix amt="70000"/>
          </a:blip>
          <a:stretch/>
        </p:blipFill>
        <p:spPr>
          <a:xfrm>
            <a:off x="5648760" y="647280"/>
            <a:ext cx="3952440" cy="437148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9ABD31A-3192-4E4A-8173-FED4CE9E028B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540000" y="2466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Inter Nerd Font Propo"/>
              </a:rPr>
              <a:t>What’s Next?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Inter Nerd Font Propo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E68D886-4252-4305-8BF6-84BE0246691B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4000" y="225360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p>
            <a:pPr indent="0" algn="ctr">
              <a:buNone/>
            </a:pPr>
            <a:r>
              <a:rPr lang="en-US" sz="4200" b="0" u="none" strike="noStrike">
                <a:solidFill>
                  <a:srgbClr val="FFFFFF"/>
                </a:solidFill>
                <a:effectLst/>
                <a:uFillTx/>
                <a:latin typeface="Inter ExtraBold"/>
              </a:rPr>
              <a:t>BOMBOCLOT PACKING SYSTEM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Inter ExtraBold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ubTitle"/>
          </p:nvPr>
        </p:nvSpPr>
        <p:spPr>
          <a:xfrm>
            <a:off x="504000" y="3636000"/>
            <a:ext cx="9071640" cy="202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1800" b="0" u="none" strike="noStrike">
                <a:solidFill>
                  <a:srgbClr val="CCCCCC"/>
                </a:solidFill>
                <a:effectLst/>
                <a:uFillTx/>
                <a:latin typeface="FiraCode Nerd Font Mono Med"/>
              </a:rPr>
              <a:t>David Sánchez Zugarramurdi</a:t>
            </a:r>
            <a:endParaRPr lang="en-US" sz="1800" b="0" u="none" strike="noStrike">
              <a:solidFill>
                <a:srgbClr val="CCCCCC"/>
              </a:solidFill>
              <a:effectLst/>
              <a:uFillTx/>
              <a:latin typeface="FiraCode Nerd Font Mono Med"/>
            </a:endParaRPr>
          </a:p>
          <a:p>
            <a:pPr indent="0" algn="ctr">
              <a:buNone/>
            </a:pPr>
            <a:r>
              <a:rPr lang="en-US" sz="1800" b="0" u="none" strike="noStrike">
                <a:solidFill>
                  <a:srgbClr val="CCCCCC"/>
                </a:solidFill>
                <a:effectLst/>
                <a:uFillTx/>
                <a:latin typeface="FiraCode Nerd Font Mono Med"/>
              </a:rPr>
              <a:t>Nicolás Pérez Fernández</a:t>
            </a:r>
            <a:endParaRPr lang="en-US" sz="1800" b="0" u="none" strike="noStrike">
              <a:solidFill>
                <a:srgbClr val="CCCCCC"/>
              </a:solidFill>
              <a:effectLst/>
              <a:uFillTx/>
              <a:latin typeface="FiraCode Nerd Font Mono Med"/>
            </a:endParaRPr>
          </a:p>
          <a:p>
            <a:pPr indent="0" algn="ctr">
              <a:buNone/>
            </a:pPr>
            <a:r>
              <a:rPr lang="en-US" sz="1800" b="0" u="none" strike="noStrike">
                <a:solidFill>
                  <a:srgbClr val="CCCCCC"/>
                </a:solidFill>
                <a:effectLst/>
                <a:uFillTx/>
                <a:latin typeface="FiraCode Nerd Font Mono Med"/>
              </a:rPr>
              <a:t>Roger Rovira Muñoz</a:t>
            </a:r>
            <a:endParaRPr lang="en-US" sz="1800" b="0" u="none" strike="noStrike">
              <a:solidFill>
                <a:srgbClr val="CCCCCC"/>
              </a:solidFill>
              <a:effectLst/>
              <a:uFillTx/>
              <a:latin typeface="FiraCode Nerd Font Mono Med"/>
            </a:endParaRPr>
          </a:p>
          <a:p>
            <a:pPr indent="0" algn="ctr">
              <a:buNone/>
            </a:pPr>
            <a:r>
              <a:rPr lang="en-US" sz="1800" b="0" u="none" strike="noStrike">
                <a:solidFill>
                  <a:srgbClr val="CCCCCC"/>
                </a:solidFill>
                <a:effectLst/>
                <a:uFillTx/>
                <a:latin typeface="FiraCode Nerd Font Mono Med"/>
              </a:rPr>
              <a:t>Mario García Nieto </a:t>
            </a:r>
            <a:endParaRPr lang="en-US" sz="1800" b="0" u="none" strike="noStrike">
              <a:solidFill>
                <a:srgbClr val="CCCCCC"/>
              </a:solidFill>
              <a:effectLst/>
              <a:uFillTx/>
              <a:latin typeface="FiraCode Nerd Font Mono Me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LibreOffice/26.2.3.2$Linux_X86_64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2026-05-10T10:58:56Z</dcterms:created>
  <dc:creator/>
  <dc:description>This work is licensed under a Creative Commons 0 License.
It makes use of the works of kka_libo_design@ashisuto.co.jp.</dc:description>
  <dc:language>en-US</dc:language>
  <cp:lastModifiedBy/>
  <dcterms:modified xsi:type="dcterms:W3CDTF">2026-05-10T11:03:36Z</dcterms:modified>
  <cp:revision>2</cp:revision>
  <dc:subject/>
  <dc:title>Lights</dc:title>
</cp:coreProperties>
</file>